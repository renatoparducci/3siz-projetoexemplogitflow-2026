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62" d="100"/>
          <a:sy n="62" d="100"/>
        </p:scale>
        <p:origin x="8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A320D-7030-51F9-3A0B-B3AA188B93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E80CF7-7C17-435B-C8F3-EA1B145EBB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77D8E-76D6-4639-415B-3695EC172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4D393-0870-467F-96AB-82F182D04A6B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270C4-0186-515C-B8C6-9649820F2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354AB-DB95-850B-7F99-25C772F9E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CA44-30D0-455D-AE1B-FAAE03321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30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CC65A-A5BC-B7D3-C519-88C35CB8F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329B4-2593-963A-2E26-85E0334D9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4C8E5-A958-16FB-686D-CEAFE98EE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4D393-0870-467F-96AB-82F182D04A6B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8638A-00E1-71A9-2246-EA83DCFA5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236D1-83AC-E2CA-26EA-AB1A74BEB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CA44-30D0-455D-AE1B-FAAE03321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343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B34D5-860A-1EFF-38DB-262B13F6A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91E74-C034-D06F-C270-AEF776A5B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EF20F-B746-5E59-A59F-0BF13D31A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4D393-0870-467F-96AB-82F182D04A6B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FDEEE-69C3-76A5-D477-62A351E9F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21B31-887C-857F-1F10-C47E18816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CA44-30D0-455D-AE1B-FAAE03321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779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EE8E4-32D6-C801-8CA5-9084C9CEA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B6374-E45C-2416-B6C8-28B67E22D8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8F2067-1CCB-E553-F341-89A77E613E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3B52E7-6073-391B-793E-2B1939F42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4D393-0870-467F-96AB-82F182D04A6B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E1A714-6BE5-3753-FC43-93D08FF10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FBE2F2-A78A-75CB-2057-240708842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CA44-30D0-455D-AE1B-FAAE03321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251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6A0F4-EF50-DC40-8911-A3F591CD8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88D79-7293-538D-131E-8A30BBF16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BE834-6579-FB78-45EF-F5CD38190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E50108-D626-5C53-D815-4AD4959745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3AC167-4AF3-7CCB-D853-2807D59634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8D9087-C35E-CE5B-3CFF-595F82852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4D393-0870-467F-96AB-82F182D04A6B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0AC08D-208B-4854-12A6-BD235E2C3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9989A6-B2EA-46B5-9DEF-9AFC64F9F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CA44-30D0-455D-AE1B-FAAE03321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280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C2C90-0332-48F3-A322-6C518329A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2549AE-29BB-D4A8-A726-7AA9EAD91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4D393-0870-467F-96AB-82F182D04A6B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04F71C-9510-A306-BF94-E308B3764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2B32F2-29DD-4B66-7C7D-F9047FD3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CA44-30D0-455D-AE1B-FAAE03321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507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58D15C-954F-5F6E-13FE-8BEF84F06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4D393-0870-467F-96AB-82F182D04A6B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FCA2DE-4EB2-E2D3-4D6A-C27925C0D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33EBD-D76F-2922-DC26-A44CFA783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CA44-30D0-455D-AE1B-FAAE03321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653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DE967-2B75-9BB9-59B3-D755CFBDF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0536F-515E-B308-1274-4CC2582B4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3A25A0-49C5-CB85-5BD2-D08BB0D545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E6F92C-3880-4137-0200-8B64B9E57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4D393-0870-467F-96AB-82F182D04A6B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763AAA-0258-335A-E82A-29A41FAF9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3978A-A5DA-C071-849D-B8180BC27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CA44-30D0-455D-AE1B-FAAE03321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852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7095-B268-31B7-2A19-7FAAE48F8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CF266B-5CF3-12DC-840B-D3F8514020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465A3F-7AE2-86B9-5783-1F411D2464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0C4219-9062-2805-7116-7D9F2C4FE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4D393-0870-467F-96AB-82F182D04A6B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1D20F5-9B13-8160-9372-DDE89DC91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CFC1FD-F6DA-E16F-CB6B-F776FC38E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CA44-30D0-455D-AE1B-FAAE03321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727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F321A-FAEA-F8C5-F4D2-3D17D6168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82F334-B700-5944-D588-192BE18656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6048C-B228-E829-DCC0-8C63810C5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4D393-0870-467F-96AB-82F182D04A6B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3BAF3-3D2C-F1EC-505C-8BBCEE0B4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4308C-A4F3-366C-C5D4-695969B0B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CA44-30D0-455D-AE1B-FAAE03321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366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46A402-C56C-D954-270F-F48F59C5F3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7B54E9-507A-179A-1D13-D59A165DEC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26BB6-B9AA-CC8F-F225-DF35731C6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4D393-0870-467F-96AB-82F182D04A6B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81366-CC7F-9FC2-A41D-4FC250F10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1D261-7A4B-A8AB-4000-074731507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99CA44-30D0-455D-AE1B-FAAE03321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839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57C023-4F5A-DF52-ACA3-FD241346B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50D99-DFF3-D810-C983-D6CE3799E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EE7BC-1202-5CDE-B059-0D41C4CE72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A4D393-0870-467F-96AB-82F182D04A6B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6DC6B-D043-FA52-8626-5E7CD652A5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8090E-8567-F143-5C72-64E70E4332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99CA44-30D0-455D-AE1B-FAAE03321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927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1E7E6-4BC2-8B51-33BE-FF3B6FBFE5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PITCH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909165-889B-55EE-7F90-398E55EF1F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/>
              <a:t>CHALLENGE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449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PITCH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Laboratório FIAP</dc:creator>
  <cp:lastModifiedBy>Laboratório FIAP</cp:lastModifiedBy>
  <cp:revision>1</cp:revision>
  <dcterms:created xsi:type="dcterms:W3CDTF">2026-10-09T00:47:43Z</dcterms:created>
  <dcterms:modified xsi:type="dcterms:W3CDTF">2026-10-09T00:47:57Z</dcterms:modified>
</cp:coreProperties>
</file>